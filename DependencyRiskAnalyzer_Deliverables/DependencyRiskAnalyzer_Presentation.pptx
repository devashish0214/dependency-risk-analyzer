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Dependency Risk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Software Supply Chain Security using C++ Data Structures and OSV</a:t>
            </a:r>
          </a:p>
          <a:p>
            <a:pPr>
              <a:spcAft>
                <a:spcPts val="1300"/>
              </a:spcAft>
              <a:defRPr sz="2000"/>
            </a:pPr>
            <a:r>
              <a:t>Course project: dependency graph analysis, vulnerability lookup, and risk prioritization</a:t>
            </a:r>
          </a:p>
          <a:p>
            <a:pPr>
              <a:spcAft>
                <a:spcPts val="1300"/>
              </a:spcAft>
              <a:defRPr sz="2000"/>
            </a:pPr>
            <a:r>
              <a:t>Stack: C++17 • Flask • HTML/CSS/JavaScript • OSV API • curl.exe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Modern software projects depend on third-party packages.</a:t>
            </a:r>
          </a:p>
          <a:p>
            <a:pPr>
              <a:spcAft>
                <a:spcPts val="1300"/>
              </a:spcAft>
              <a:defRPr sz="2000"/>
            </a:pPr>
            <a:r>
              <a:t>Developers need to inspect dependency relationships and known vulnerability records.</a:t>
            </a:r>
          </a:p>
          <a:p>
            <a:pPr>
              <a:spcAft>
                <a:spcPts val="1300"/>
              </a:spcAft>
              <a:defRPr sz="2000"/>
            </a:pPr>
            <a:r>
              <a:t>The project combines graph traversal, package lookups, and a browser dashboard in one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Model dependency relationships as a directed graph.</a:t>
            </a:r>
          </a:p>
          <a:p>
            <a:pPr>
              <a:spcAft>
                <a:spcPts val="1300"/>
              </a:spcAft>
              <a:defRPr sz="2000"/>
            </a:pPr>
            <a:r>
              <a:t>Run BFS and DFS to explore the dependency graph.</a:t>
            </a:r>
          </a:p>
          <a:p>
            <a:pPr>
              <a:spcAft>
                <a:spcPts val="1300"/>
              </a:spcAft>
              <a:defRPr sz="2000"/>
            </a:pPr>
            <a:r>
              <a:t>Query OSV for supplied ecosystem/package/version tuples.</a:t>
            </a:r>
          </a:p>
          <a:p>
            <a:pPr>
              <a:spcAft>
                <a:spcPts val="1300"/>
              </a:spcAft>
              <a:defRPr sz="2000"/>
            </a:pPr>
            <a:r>
              <a:t>Demonstrate heap-based prioritization plus sorting, searching, hashing, stack, and queue.</a:t>
            </a:r>
          </a:p>
          <a:p>
            <a:pPr>
              <a:spcAft>
                <a:spcPts val="1300"/>
              </a:spcAft>
              <a:defRPr sz="2000"/>
            </a:pPr>
            <a:r>
              <a:t>Provide a usable web interface with upload validation and report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pic>
        <p:nvPicPr>
          <p:cNvPr id="3" name="Picture 2" descr="DependencyRiskAnalyz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63948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Core 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Directed graph: stores dependency edges.</a:t>
            </a:r>
          </a:p>
          <a:p>
            <a:pPr>
              <a:spcAft>
                <a:spcPts val="1300"/>
              </a:spcAft>
              <a:defRPr sz="2000"/>
            </a:pPr>
            <a:r>
              <a:t>BFS / DFS: traverse dependencies from the project node.</a:t>
            </a:r>
          </a:p>
          <a:p>
            <a:pPr>
              <a:spcAft>
                <a:spcPts val="1300"/>
              </a:spcAft>
              <a:defRPr sz="2000"/>
            </a:pPr>
            <a:r>
              <a:t>Max-heap: prioritizes scored packages by risk.</a:t>
            </a:r>
          </a:p>
          <a:p>
            <a:pPr>
              <a:spcAft>
                <a:spcPts val="1300"/>
              </a:spcAft>
              <a:defRPr sz="2000"/>
            </a:pPr>
            <a:r>
              <a:t>Hash table: package lookup; sorting and searching: organize and find package records.</a:t>
            </a:r>
          </a:p>
          <a:p>
            <a:pPr>
              <a:spcAft>
                <a:spcPts val="1300"/>
              </a:spcAft>
              <a:defRPr sz="2000"/>
            </a:pPr>
            <a:r>
              <a:t>Stack (LIFO) and queue (FIFO): demonstrate fundamental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OSV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The C++ OSV client builds a package query and invokes curl.exe over HTTPS.</a:t>
            </a:r>
          </a:p>
          <a:p>
            <a:pPr>
              <a:spcAft>
                <a:spcPts val="1300"/>
              </a:spcAft>
              <a:defRPr sz="2000"/>
            </a:pPr>
            <a:r>
              <a:t>Observed run: lodash 4.17.20 → 5 records; axios 0.21.0 → 25; express 4.17.1 → 2.</a:t>
            </a:r>
          </a:p>
          <a:p>
            <a:pPr>
              <a:spcAft>
                <a:spcPts val="1300"/>
              </a:spcAft>
              <a:defRPr sz="2000"/>
            </a:pPr>
            <a:r>
              <a:t>Total in that run: 32 records; 3 successful queries; 0 failed queries.</a:t>
            </a:r>
          </a:p>
          <a:p>
            <a:pPr>
              <a:spcAft>
                <a:spcPts val="1300"/>
              </a:spcAft>
              <a:defRPr sz="2000"/>
            </a:pPr>
            <a:r>
              <a:t>OSV data may change; records must be checked against affected-version ranges and applicability.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Risk &amp; Trust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Risk = min(100, vulnerability_count × 25 + dependency_depth × 5)</a:t>
            </a:r>
          </a:p>
          <a:p>
            <a:pPr>
              <a:spcAft>
                <a:spcPts val="1300"/>
              </a:spcAft>
              <a:defRPr sz="2000"/>
            </a:pPr>
            <a:r>
              <a:t>Trust = 100 − risk</a:t>
            </a:r>
          </a:p>
          <a:p>
            <a:pPr>
              <a:spcAft>
                <a:spcPts val="1300"/>
              </a:spcAft>
              <a:defRPr sz="2000"/>
            </a:pPr>
            <a:r>
              <a:t>The scores are demonstration heuristics, not calibrated security ratings.</a:t>
            </a:r>
          </a:p>
          <a:p>
            <a:pPr>
              <a:spcAft>
                <a:spcPts val="1300"/>
              </a:spcAft>
              <a:defRPr sz="2000"/>
            </a:pPr>
            <a:r>
              <a:t>The max-heap ranks packages that received scores; failed queries are excluded from scored packages.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Frontend &amp;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Frontend: file upload controls, metrics, package risk table, and full report.</a:t>
            </a:r>
          </a:p>
          <a:p>
            <a:pPr>
              <a:spcAft>
                <a:spcPts val="1300"/>
              </a:spcAft>
              <a:defRPr sz="2000"/>
            </a:pPr>
            <a:r>
              <a:t>Flask GET /api/health reports backend and file/executable availability.</a:t>
            </a:r>
          </a:p>
          <a:p>
            <a:pPr>
              <a:spcAft>
                <a:spcPts val="1300"/>
              </a:spcAft>
              <a:defRPr sz="2000"/>
            </a:pPr>
            <a:r>
              <a:t>Flask POST /api/analyze invokes analyzer.exe and returns JSON report data.</a:t>
            </a:r>
          </a:p>
          <a:p>
            <a:pPr>
              <a:spcAft>
                <a:spcPts val="1300"/>
              </a:spcAft>
              <a:defRPr sz="2000"/>
            </a:pPr>
            <a:r>
              <a:t>The backend temporarily swaps uploaded inputs and restores original files in a finally block.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Testing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Passed: default C++ analysis, BFS/DFS, OSV lookups, and DSA output.</a:t>
            </a:r>
          </a:p>
          <a:p>
            <a:pPr>
              <a:spcAft>
                <a:spcPts val="1300"/>
              </a:spcAft>
              <a:defRPr sz="2000"/>
            </a:pPr>
            <a:r>
              <a:t>Passed: dashboard upload, direct analysis API, and health endpoint.</a:t>
            </a:r>
          </a:p>
          <a:p>
            <a:pPr>
              <a:spcAft>
                <a:spcPts val="1300"/>
              </a:spcAft>
              <a:defRPr sz="2000"/>
            </a:pPr>
            <a:r>
              <a:t>Passed: invalid dependency lines, blank lines, empty-file validation, invalid extension, and &gt;2 MB upload rejection.</a:t>
            </a:r>
          </a:p>
          <a:p>
            <a:pPr>
              <a:spcAft>
                <a:spcPts val="1300"/>
              </a:spcAft>
              <a:defRPr sz="2000"/>
            </a:pPr>
            <a:r>
              <a:t>Passed: original input-file restoration and an OSV HTTP 400 failure-handling test.</a:t>
            </a:r>
          </a:p>
          <a:p>
            <a:pPr>
              <a:spcAft>
                <a:spcPts val="1300"/>
              </a:spcAft>
              <a:defRPr sz="2000"/>
            </a:pPr>
            <a:r>
              <a:t>Not yet tested: genuine network outage, timeout behavior end-to-end, and concurrency stress.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Current scoring is illustrative; not for production security decisions.</a:t>
            </a:r>
          </a:p>
          <a:p>
            <a:pPr>
              <a:spcAft>
                <a:spcPts val="1300"/>
              </a:spcAft>
              <a:defRPr sz="2000"/>
            </a:pPr>
            <a:r>
              <a:t>Add ecosystem lockfile parsers and richer severity / affected-version / remediation details.</a:t>
            </a:r>
          </a:p>
          <a:p>
            <a:pPr>
              <a:spcAft>
                <a:spcPts val="1300"/>
              </a:spcAft>
              <a:defRPr sz="2000"/>
            </a:pPr>
            <a:r>
              <a:t>Test network timeouts, malformed responses, and simultaneous requests.</a:t>
            </a:r>
          </a:p>
          <a:p>
            <a:pPr>
              <a:spcAft>
                <a:spcPts val="1300"/>
              </a:spcAft>
              <a:defRPr sz="2000"/>
            </a:pPr>
            <a:r>
              <a:t>Add dependency-path visualization, report export, and automated CI tests.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&amp; 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Demonstrate graph edges → BFS/DFS → OSV results → heap ranking → dashboard report.</a:t>
            </a:r>
          </a:p>
          <a:p>
            <a:pPr>
              <a:spcAft>
                <a:spcPts val="1300"/>
              </a:spcAft>
              <a:defRPr sz="2000"/>
            </a:pPr>
            <a:r>
              <a:t>Explain why a vulnerability record count alone does not prove exploitability.</a:t>
            </a:r>
          </a:p>
          <a:p>
            <a:pPr>
              <a:spcAft>
                <a:spcPts val="1300"/>
              </a:spcAft>
              <a:defRPr sz="2000"/>
            </a:pPr>
            <a:r>
              <a:t>Keep the original data files for the live demo and start Flask from the project root.</a:t>
            </a:r>
          </a:p>
          <a:p>
            <a:pPr>
              <a:spcAft>
                <a:spcPts val="1300"/>
              </a:spcAft>
              <a:defRPr sz="2000"/>
            </a:pPr>
            <a:r>
              <a:t>Key takeaway: a data-structures project integrated with a real vulnerability-data source and a web 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